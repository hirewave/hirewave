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slid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slid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slid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slid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ireWave Exp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HireWave Presentation</dc:title>
  <dc:creator>presentation/export_to_pptx.py</dc:creator>
</cp:coreProperties>
</file>
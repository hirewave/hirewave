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23"/>
  </p:sld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</p:sldIdLst>
  <p:sldSz cx="12192000" cy="6858000" type="wide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19" Type="http://schemas.openxmlformats.org/officeDocument/2006/relationships/slide" Target="slides/slide19.xml"/><Relationship Id="rId20" Type="http://schemas.openxmlformats.org/officeDocument/2006/relationships/slide" Target="slides/slide20.xml"/><Relationship Id="rId21" Type="http://schemas.openxmlformats.org/officeDocument/2006/relationships/slide" Target="slides/slide21.xml"/><Relationship Id="rId22" Type="http://schemas.openxmlformats.org/officeDocument/2006/relationships/slide" Target="slides/slide22.xml"/><Relationship Id="rId23" Type="http://schemas.openxmlformats.org/officeDocument/2006/relationships/slideMaster" Target="slideMasters/slideMaster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image" Target="../media/slide1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image" Target="../media/slide2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image" Target="../media/slide3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image" Target="../media/slide4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image" Target="../media/slide5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image" Target="../media/slide6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image" Target="../media/slide7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image" Target="../media/slide8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image" Target="../media/slide9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image" Target="../media/slide10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image" Target="../media/slide11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image" Target="../media/slide12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image" Target="../media/slide13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image" Target="../media/slide14.png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image" Target="../media/slide15.png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image" Target="../media/slide16.png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image" Target="../media/slide17.png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image" Target="../media/slide18.png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image" Target="../media/slide19.png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image" Target="../media/slide20.png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image" Target="../media/slide21.png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image" Target="../media/slide2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HireWave Export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</a:majorFont>
      <a:minorFont>
        <a:latin typeface="Calibri"/>
      </a:minorFont>
    </a:fontScheme>
    <a:fmtScheme name="Office">
      <a:fillStyleLst/>
      <a:lnStyleLst/>
      <a:effectStyleLst/>
      <a:bgFillStyleLst/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Python</Application>
  <PresentationFormat>On-screen Show (16:9)</PresentationFormat>
  <Slides>22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HireWave Presentation</dc:title>
  <dc:creator>presentation/export_to_pptx.py</dc:creator>
</cp:coreProperties>
</file>